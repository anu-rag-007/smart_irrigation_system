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330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0292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78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Project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5486400" cy="5029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089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069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Arshan Khan  •  Anurag Sharma  •  Gaurav Rawat  •  Sahil Bora  •  Jay Manral</a:t>
            </a: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2860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Water Crisis in Agriculture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2743200" cy="1463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1143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20040" y="1783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freshwater used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agriculture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74320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46120" y="1143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246120" y="1783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wasted by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097280"/>
            <a:ext cx="2743200" cy="14630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72200" y="1143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172200" y="1783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agriculture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rain-dependent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5760" y="2743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Issues: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5760" y="306324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watering leads to over/under irrigation — crop losses increase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irrigation wastes up to 50% more water than needed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lack real-time soil moisture data — guesswork is the norm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depletion is accelerating due to inefficient irrigation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makes rainfall unpredictable — smart systems needed urgently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Smart Irrigation?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1307592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Savings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water usage by 30–50% using soil moisture sensing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24612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383280" y="128016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1307592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7764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Crop Health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383280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get water only when needed — prevents root rot &amp; wilting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17220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309360" y="128016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1307592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309360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electricity &amp; water bills for farmers in the long run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004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3182112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51560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Control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37490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effort — pump runs only when soil is dry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324612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383280" y="315468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0712" y="3182112"/>
            <a:ext cx="438912" cy="4389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977640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Groundwater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3383280" y="37490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over-extraction of underground water sources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617220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309360" y="315468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6792" y="3182112"/>
            <a:ext cx="438912" cy="43891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903720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Eco-Friendly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6309360" y="37490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agricultural carbon footprint &amp; water runoff pollution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Overview: How It Works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463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(YL-69)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soil wetness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286000" y="2011680"/>
            <a:ext cx="320040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87752" y="1938528"/>
            <a:ext cx="73152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06040" y="1371600"/>
            <a:ext cx="1828800" cy="13716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606040" y="1463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60604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data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34840" y="2011680"/>
            <a:ext cx="320040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36592" y="1938528"/>
            <a:ext cx="73152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54880" y="1371600"/>
            <a:ext cx="182880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54880" y="1463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5488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pump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83680" y="2011680"/>
            <a:ext cx="320040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85432" y="1938528"/>
            <a:ext cx="73152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03720" y="1371600"/>
            <a:ext cx="1828800" cy="13716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903720" y="1463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(5V)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90372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Irrigates crop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2971800"/>
            <a:ext cx="8412480" cy="173736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035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Logic Works: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3383280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soil moisture &lt; threshold (dry soil)</a:t>
            </a:r>
            <a:endParaRPr lang="en-US" sz="1150" dirty="0"/>
          </a:p>
          <a:p>
            <a:pPr marL="0" lvl="1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Arduino sends signal to relay → Relay turns ON pump → Water flows to crop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soil moisture ≥ threshold (wet soil)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Arduino sends OFF signal → Relay turns OFF pump → No water wasted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Required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47472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Uno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of the system — reads sensor &amp; controls relay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Moisture Sensor (YL-69)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soil wetness — analog &amp; digital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 Relay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Acts as a switch to turn the pump ON/OFF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Water Pump (5V DC)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Pumps water from container to crop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Plastic Pipe / Tube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Carries water from pump to plant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9V Battery + Connector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supply for Arduino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Jumper Wires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all circuit connections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prototyping without soldering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Water Container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Acts as water reservoir (bucket/bottle)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Connections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3931920" cy="36576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7772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645920"/>
            <a:ext cx="3749040" cy="384048"/>
          </a:xfrm>
          <a:prstGeom prst="rect">
            <a:avLst/>
          </a:prstGeom>
          <a:solidFill>
            <a:srgbClr val="1A3A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645920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(Analog In)  →  Sensor AOUT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2121408"/>
            <a:ext cx="3749040" cy="384048"/>
          </a:xfrm>
          <a:prstGeom prst="rect">
            <a:avLst/>
          </a:prstGeom>
          <a:solidFill>
            <a:srgbClr val="1A3A2A"/>
          </a:solidFill>
          <a:ln w="12700">
            <a:solidFill>
              <a:srgbClr val="74B9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121408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(Digital In)  →  Sensor DOUT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2596896"/>
            <a:ext cx="3749040" cy="384048"/>
          </a:xfrm>
          <a:prstGeom prst="rect">
            <a:avLst/>
          </a:prstGeom>
          <a:solidFill>
            <a:srgbClr val="1A3A2A"/>
          </a:solidFill>
          <a:ln w="12700">
            <a:solidFill>
              <a:srgbClr val="FF76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596896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7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 →  Sensor VCC + Relay VCC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" y="3072384"/>
            <a:ext cx="3749040" cy="384048"/>
          </a:xfrm>
          <a:prstGeom prst="rect">
            <a:avLst/>
          </a:prstGeom>
          <a:solidFill>
            <a:srgbClr val="1A3A2A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072384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  →  Sensor GND + Relay GND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3547872"/>
            <a:ext cx="3749040" cy="384048"/>
          </a:xfrm>
          <a:prstGeom prst="rect">
            <a:avLst/>
          </a:prstGeom>
          <a:solidFill>
            <a:srgbClr val="1A3A2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3547872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 (Digital Out)  →  Relay IN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4023360"/>
            <a:ext cx="3749040" cy="384048"/>
          </a:xfrm>
          <a:prstGeom prst="rect">
            <a:avLst/>
          </a:prstGeom>
          <a:solidFill>
            <a:srgbClr val="1A3A2A"/>
          </a:solidFill>
          <a:ln w="12700">
            <a:solidFill>
              <a:srgbClr val="FD79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4023360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NO/COM  →  Pump (+) wire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480560" y="1051560"/>
            <a:ext cx="4389120" cy="365760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80560" y="8229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Steps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0" y="-243840"/>
            <a:ext cx="4206240" cy="5036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Connect Soil Sensor output to Arduino A0 pin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Connect Relay module IN to Arduino D8 pin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Connect Relay COM to battery (+) and NO to pump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Place soil sensor probes in soil near plant roots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Place pump in water container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Connect pipe from pump outlet to plant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Power Arduino with 9V battery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Upload code and test dry/wet conditions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A61621B-6816-C8DD-A213-1E44EB7CE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299" y="3264408"/>
            <a:ext cx="1838706" cy="127920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243CA5B-A243-5C8A-D429-56A66D8981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1917" y="3264408"/>
            <a:ext cx="1689163" cy="12814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Code (Simple &amp; Explained)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303520" cy="3977640"/>
          </a:xfrm>
          <a:prstGeom prst="rect">
            <a:avLst/>
          </a:prstGeom>
          <a:solidFill>
            <a:srgbClr val="0D111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512064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sensorPin = A0;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pumpPin = 8;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threshold = 500;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Serial.begin(9600);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pinMode(pumpPin, OUTPUT);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val = analogRead(sensorPin);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Serial.println(val);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9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(val &lt; threshold)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Soil dry - pump 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digitalWrite(pumpPin, HIGH);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9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Soil wet - pump OFF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digitalWrite(pumpPin, LOW);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9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delay(1000);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15000" y="914400"/>
            <a:ext cx="315468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A4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9875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417320"/>
            <a:ext cx="3017520" cy="420624"/>
          </a:xfrm>
          <a:prstGeom prst="rect">
            <a:avLst/>
          </a:prstGeom>
          <a:solidFill>
            <a:srgbClr val="0D1117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435608"/>
            <a:ext cx="128016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sensorPin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040880" y="1435608"/>
            <a:ext cx="1645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soil moisture value (0–1023)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901952"/>
            <a:ext cx="3017520" cy="420624"/>
          </a:xfrm>
          <a:prstGeom prst="rect">
            <a:avLst/>
          </a:prstGeom>
          <a:solidFill>
            <a:srgbClr val="0D1117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920240"/>
            <a:ext cx="128016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pumpPin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40880" y="1920240"/>
            <a:ext cx="1645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relay for pump ON/OFF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2386584"/>
            <a:ext cx="3017520" cy="420624"/>
          </a:xfrm>
          <a:prstGeom prst="rect">
            <a:avLst/>
          </a:prstGeom>
          <a:solidFill>
            <a:srgbClr val="0D1117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404872"/>
            <a:ext cx="128016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40880" y="2404872"/>
            <a:ext cx="1645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= moisture cutoff point (adjust for soil type)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0" y="2871216"/>
            <a:ext cx="3017520" cy="420624"/>
          </a:xfrm>
          <a:prstGeom prst="rect">
            <a:avLst/>
          </a:prstGeom>
          <a:solidFill>
            <a:srgbClr val="0D1117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889504"/>
            <a:ext cx="128016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analogRead()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0" y="2889504"/>
            <a:ext cx="1645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current soil moisture value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60720" y="3355848"/>
            <a:ext cx="3017520" cy="420624"/>
          </a:xfrm>
          <a:prstGeom prst="rect">
            <a:avLst/>
          </a:prstGeom>
          <a:solidFill>
            <a:srgbClr val="0D1117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3374136"/>
            <a:ext cx="128016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(val&lt;500)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40880" y="3374136"/>
            <a:ext cx="1645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is too dry → turn pump 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60720" y="3840480"/>
            <a:ext cx="3017520" cy="420624"/>
          </a:xfrm>
          <a:prstGeom prst="rect">
            <a:avLst/>
          </a:prstGeom>
          <a:solidFill>
            <a:srgbClr val="0D1117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3858768"/>
            <a:ext cx="128016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40880" y="3858768"/>
            <a:ext cx="1645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is moist enough → pump stays OFF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60720" y="4325112"/>
            <a:ext cx="3017520" cy="420624"/>
          </a:xfrm>
          <a:prstGeom prst="rect">
            <a:avLst/>
          </a:prstGeom>
          <a:solidFill>
            <a:srgbClr val="0D1117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4343400"/>
            <a:ext cx="128016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delay(1000)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40880" y="4343400"/>
            <a:ext cx="1645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1 second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Implementation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211580"/>
            <a:ext cx="594360" cy="5943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05156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05840" y="923544"/>
            <a:ext cx="772668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87552" y="923544"/>
            <a:ext cx="128016" cy="104241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234440" y="950976"/>
            <a:ext cx="7498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Prototype (This Project)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097280"/>
            <a:ext cx="74980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plant pot, Arduino + sensor + pump. Test indoor or in school lab.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4320" y="2366010"/>
            <a:ext cx="594360" cy="59436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2068830"/>
            <a:ext cx="594360" cy="1177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05840" y="2148840"/>
            <a:ext cx="77266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40916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87552" y="2160270"/>
            <a:ext cx="118872" cy="90297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34440" y="1920240"/>
            <a:ext cx="7498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Small Farm Scale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34440" y="2048256"/>
            <a:ext cx="7498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sensors, a larger pump &amp; pipes for a kitchen garden or small farm.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74320" y="3387852"/>
            <a:ext cx="594360" cy="59436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2848356"/>
            <a:ext cx="594360" cy="1677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87552" y="3246120"/>
            <a:ext cx="7744968" cy="852678"/>
          </a:xfrm>
          <a:prstGeom prst="rect">
            <a:avLst/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96696" y="3246120"/>
            <a:ext cx="103632" cy="85267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25296" y="2866644"/>
            <a:ext cx="7507224" cy="12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Full Field Deployment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25296" y="3022092"/>
            <a:ext cx="7507224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Solar-powered, multiple zones, WiFi monitoring via mobile app (IoT).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82880" y="4288536"/>
            <a:ext cx="8595360" cy="77724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11480" y="4539996"/>
            <a:ext cx="836676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Our project is Phase 1 — a working proof-of-concept that demonstrates the core logic. It can be scaled with minimal changes!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 Analysis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4023360" cy="3840480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789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Positive Impacts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572768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freshwater consumption by 30–50%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over-irrigation → less waterlogging &amp; soil erosion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energy use compared to flood irrigation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soil health over time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chemical runoff from over-watered soils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sustainable farming practices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1005840"/>
            <a:ext cx="4297680" cy="3840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10789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Challenges / Limitations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663440" y="1572768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if sensors not recycled properly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electronic waste from failed prototypes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disposal needs responsible handling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solar-powered at this stage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accuracy may vary in different soils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63440" y="3822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41148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rechargeable batteries → add solar panel in Phase 2 → recycle old sensors at e-waste centers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vs Smart Irrigation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6576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Irrigation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Irrigation (Ours)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Usage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 (flood/manual)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 (sensor-based)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labor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automated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(Long-term)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water &amp; energy bills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Significantly lower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 Health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of over/under watering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moisture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data via Serial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 to expand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scale 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 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water waste, runoff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waste, eco-friendly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Bill Breakdown  (Budget: ₹1000)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279825"/>
              </p:ext>
            </p:extLst>
          </p:nvPr>
        </p:nvGraphicFramePr>
        <p:xfrm>
          <a:off x="182880" y="960120"/>
          <a:ext cx="8778240" cy="4017264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Uno (Clone)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/ Local Shop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Branded = ₹550; Clone works fine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Moisture Sensor (YL-69)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/ Robu.in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Includes comparator 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 Single Channel Relay 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/ Robu.in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pump ON/OFF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Submersible DC Pump (5V)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/ Local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also use 3V–6V pump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Jumper Wires (M-M &amp; M-F set)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/ Robu.in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 for all connections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Breadboard (Mini/Half size)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/ Local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soldering needed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9V Battery + Snap Connector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hardware shop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 Arduino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Plastic Pipe / Silicone Tube (1m)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hardware 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Carries water to plant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Plastic Container (1L)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/ Market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reservoir (can reuse)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Cable (for programming)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existing cable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286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20040" y="112471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124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10515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is the need of the hour for sustainable farming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171907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1645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costs only ₹625 — accessible for every student &amp; farmer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0040" y="231343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313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22402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components + Arduino logic = powerful automated solution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" y="290779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2907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" y="2834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water waste by up to 50% — huge environmental benefit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20040" y="350215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3502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2960" y="34290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from a school project to real farm deployment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20040" y="409651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22960" y="40233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water scarcity — one of India's biggest challenges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40916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|  Group: Arshan • Anurag • Gaurav • Sahil • Jay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1259</Words>
  <Application>Microsoft Office PowerPoint</Application>
  <PresentationFormat>On-screen Show (16:9)</PresentationFormat>
  <Paragraphs>295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Irrigation System</dc:title>
  <dc:subject>PptxGenJS Presentation</dc:subject>
  <dc:creator>Group: Arshan, Anurag, Gaurav, Sahil, Jay</dc:creator>
  <cp:lastModifiedBy>ANURAG SHARMA</cp:lastModifiedBy>
  <cp:revision>3</cp:revision>
  <dcterms:created xsi:type="dcterms:W3CDTF">2026-04-04T09:13:30Z</dcterms:created>
  <dcterms:modified xsi:type="dcterms:W3CDTF">2026-06-04T23:35:22Z</dcterms:modified>
</cp:coreProperties>
</file>